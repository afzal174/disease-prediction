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Merriweather" panose="00000500000000000000" pitchFamily="2" charset="0"/>
      <p:regular r:id="rId11"/>
      <p:bold r:id="rId12"/>
    </p:embeddedFont>
    <p:embeddedFont>
      <p:font typeface="Merriweather Bold" panose="00000800000000000000" pitchFamily="2" charset="0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3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644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30358" y="1665876"/>
            <a:ext cx="7258103" cy="40894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933813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Multi-Disease Prediction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863798" y="3846552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machine learning-driven web application.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3798" y="4519017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Predicting diabetes, heart disease, and Parkinson's.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3798" y="5097214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Plus a built-in BMI tracker for comprehensive health 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analysis.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382078" y="5863947"/>
            <a:ext cx="2068132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by </a:t>
            </a:r>
          </a:p>
          <a:p>
            <a:pPr marL="0" indent="0" algn="l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AATHITHIYAN R -4211008</a:t>
            </a:r>
          </a:p>
          <a:p>
            <a:pPr marL="0" indent="0" algn="l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HARSHAVARDHAN B -42110451</a:t>
            </a:r>
          </a:p>
          <a:p>
            <a:pPr marL="0" indent="0" algn="l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MARIA JENIFFER N - 42110764</a:t>
            </a:r>
          </a:p>
          <a:p>
            <a:pPr marL="0" indent="0" algn="l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MOHAMED AFZAL A - 42110789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487573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Overview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3875842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Core Prediction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4508183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ML models for diabetes, heart disease, Parkinson's.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5125045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Accurate and timely health risk assessments.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623929" y="3875842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BMI Tracker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23929" y="4508183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Integrated Body Mass Index calculator.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23929" y="5125045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Simple monitoring of weight and health metrics.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411129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Technology Stack</a:t>
            </a:r>
            <a:endParaRPr lang="en-US" sz="4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798" y="2595682"/>
            <a:ext cx="616982" cy="6169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27597" y="255258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Python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1727597" y="3086100"/>
            <a:ext cx="6552605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Primary coding language for ML models and app logic.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798" y="4264462"/>
            <a:ext cx="616982" cy="61698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27597" y="422136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Streamlit</a:t>
            </a:r>
            <a:endParaRPr lang="en-US" sz="2400" dirty="0"/>
          </a:p>
        </p:txBody>
      </p:sp>
      <p:sp>
        <p:nvSpPr>
          <p:cNvPr id="9" name="Text 4"/>
          <p:cNvSpPr/>
          <p:nvPr/>
        </p:nvSpPr>
        <p:spPr>
          <a:xfrm>
            <a:off x="1727597" y="4754880"/>
            <a:ext cx="6552605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Framework for creating interactive web apps.</a:t>
            </a:r>
            <a:endParaRPr lang="en-US" sz="1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798" y="5933242"/>
            <a:ext cx="616982" cy="61698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27597" y="589014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SQL</a:t>
            </a:r>
            <a:endParaRPr lang="en-US" sz="2400" dirty="0"/>
          </a:p>
        </p:txBody>
      </p:sp>
      <p:sp>
        <p:nvSpPr>
          <p:cNvPr id="12" name="Text 6"/>
          <p:cNvSpPr/>
          <p:nvPr/>
        </p:nvSpPr>
        <p:spPr>
          <a:xfrm>
            <a:off x="1727597" y="6423660"/>
            <a:ext cx="6552605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Database for storing user data and application state.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312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8779" y="3089553"/>
            <a:ext cx="6610945" cy="632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Development Environment</a:t>
            </a:r>
            <a:endParaRPr lang="en-US" sz="39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779" y="4026098"/>
            <a:ext cx="1012508" cy="12150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25015" y="4228505"/>
            <a:ext cx="2531269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Spyder IDE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2025015" y="4666297"/>
            <a:ext cx="11896606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Developed and tested in Spyder IDE.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779" y="5241131"/>
            <a:ext cx="1012508" cy="121503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25015" y="5443537"/>
            <a:ext cx="2531269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Efficient Coding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2025015" y="5881330"/>
            <a:ext cx="11896606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Streamlined development workflows.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779" y="6456164"/>
            <a:ext cx="1012508" cy="121503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25015" y="6658570"/>
            <a:ext cx="2531269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Debugging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2025015" y="7096363"/>
            <a:ext cx="11896606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Robust debugging capabilities.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2214682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Management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6350198" y="3633788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770" y="3680043"/>
            <a:ext cx="370165" cy="4627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52323" y="3633788"/>
            <a:ext cx="2782729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SQL Database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7152323" y="4167307"/>
            <a:ext cx="2782729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Storing app data.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10181868" y="3633788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4439" y="3680043"/>
            <a:ext cx="370165" cy="4627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83992" y="3633788"/>
            <a:ext cx="2782729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Export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10983992" y="4167307"/>
            <a:ext cx="2782729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Printing capabilities.</a:t>
            </a:r>
            <a:endParaRPr lang="en-US" sz="1900" dirty="0"/>
          </a:p>
        </p:txBody>
      </p:sp>
      <p:sp>
        <p:nvSpPr>
          <p:cNvPr id="12" name="Shape 7"/>
          <p:cNvSpPr/>
          <p:nvPr/>
        </p:nvSpPr>
        <p:spPr>
          <a:xfrm>
            <a:off x="6350198" y="5086588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2770" y="5132844"/>
            <a:ext cx="370165" cy="4627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52323" y="508658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Cache Control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7152323" y="5620107"/>
            <a:ext cx="6614279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Clear cache function.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24320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Features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1601629" y="3061454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Predictions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3594973"/>
            <a:ext cx="3823216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Multi-disease risk assessment.</a:t>
            </a: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180" y="2489240"/>
            <a:ext cx="4515922" cy="45159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12775" y="3398639"/>
            <a:ext cx="369213" cy="46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9943267" y="3061454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BMI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943267" y="3594973"/>
            <a:ext cx="3823335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Integrated BMI calculator.</a:t>
            </a:r>
            <a:endParaRPr lang="en-US" sz="1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180" y="2489240"/>
            <a:ext cx="4515922" cy="451592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48055" y="3398639"/>
            <a:ext cx="369213" cy="46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900" dirty="0"/>
          </a:p>
        </p:txBody>
      </p:sp>
      <p:sp>
        <p:nvSpPr>
          <p:cNvPr id="11" name="Text 7"/>
          <p:cNvSpPr/>
          <p:nvPr/>
        </p:nvSpPr>
        <p:spPr>
          <a:xfrm>
            <a:off x="9943267" y="550449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9943267" y="6038017"/>
            <a:ext cx="3823335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SQL database storage.</a:t>
            </a:r>
            <a:endParaRPr lang="en-US" sz="1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180" y="2489240"/>
            <a:ext cx="4515922" cy="451592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48055" y="5633918"/>
            <a:ext cx="369213" cy="46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900" dirty="0"/>
          </a:p>
        </p:txBody>
      </p:sp>
      <p:sp>
        <p:nvSpPr>
          <p:cNvPr id="15" name="Text 10"/>
          <p:cNvSpPr/>
          <p:nvPr/>
        </p:nvSpPr>
        <p:spPr>
          <a:xfrm>
            <a:off x="1601629" y="550449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Caching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863798" y="6038017"/>
            <a:ext cx="3823216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Clear cache function.</a:t>
            </a:r>
            <a:endParaRPr lang="en-US" sz="19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7180" y="2489240"/>
            <a:ext cx="4515922" cy="45159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12775" y="5633918"/>
            <a:ext cx="369213" cy="46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2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25987"/>
            <a:ext cx="6553319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Future Enhancements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863798" y="2490907"/>
            <a:ext cx="2150388" cy="1421963"/>
          </a:xfrm>
          <a:prstGeom prst="roundRect">
            <a:avLst>
              <a:gd name="adj" fmla="val 7291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65459" y="2984897"/>
            <a:ext cx="347067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2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261003" y="2737723"/>
            <a:ext cx="2993588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More models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61003" y="3271242"/>
            <a:ext cx="2993588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Expand disease coverage.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137535" y="3897630"/>
            <a:ext cx="10505718" cy="15240"/>
          </a:xfrm>
          <a:prstGeom prst="roundRect">
            <a:avLst>
              <a:gd name="adj" fmla="val 680244"/>
            </a:avLst>
          </a:prstGeom>
          <a:solidFill>
            <a:srgbClr val="194A99"/>
          </a:solidFill>
          <a:ln/>
        </p:spPr>
      </p:sp>
      <p:sp>
        <p:nvSpPr>
          <p:cNvPr id="8" name="Shape 6"/>
          <p:cNvSpPr/>
          <p:nvPr/>
        </p:nvSpPr>
        <p:spPr>
          <a:xfrm>
            <a:off x="863798" y="4036219"/>
            <a:ext cx="4300895" cy="1421963"/>
          </a:xfrm>
          <a:prstGeom prst="roundRect">
            <a:avLst>
              <a:gd name="adj" fmla="val 7291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40712" y="4530209"/>
            <a:ext cx="347067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2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411510" y="4283035"/>
            <a:ext cx="2583061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Visualization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11510" y="4816554"/>
            <a:ext cx="2583061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Improved data charts.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288042" y="5442942"/>
            <a:ext cx="8355211" cy="15240"/>
          </a:xfrm>
          <a:prstGeom prst="roundRect">
            <a:avLst>
              <a:gd name="adj" fmla="val 680244"/>
            </a:avLst>
          </a:prstGeom>
          <a:solidFill>
            <a:srgbClr val="194A99"/>
          </a:solidFill>
          <a:ln/>
        </p:spPr>
      </p:sp>
      <p:sp>
        <p:nvSpPr>
          <p:cNvPr id="13" name="Shape 11"/>
          <p:cNvSpPr/>
          <p:nvPr/>
        </p:nvSpPr>
        <p:spPr>
          <a:xfrm>
            <a:off x="863798" y="5581531"/>
            <a:ext cx="6451402" cy="1421963"/>
          </a:xfrm>
          <a:prstGeom prst="roundRect">
            <a:avLst>
              <a:gd name="adj" fmla="val 7291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15966" y="6075521"/>
            <a:ext cx="347067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2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7562017" y="5828348"/>
            <a:ext cx="2359104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Mobile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562017" y="6361867"/>
            <a:ext cx="2359104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Mobile accessibility.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2674144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6350198" y="3815596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ML web app provides essential health tools.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198" y="4488061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Combining predictions and BMI tracking.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350198" y="5160526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Ready for collaboration and investment.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230</Words>
  <Application>Microsoft Office PowerPoint</Application>
  <PresentationFormat>Custom</PresentationFormat>
  <Paragraphs>73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Merriweather</vt:lpstr>
      <vt:lpstr>Arial</vt:lpstr>
      <vt:lpstr>Merriweather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Mohamed Afzal</cp:lastModifiedBy>
  <cp:revision>3</cp:revision>
  <dcterms:created xsi:type="dcterms:W3CDTF">2025-03-25T06:21:45Z</dcterms:created>
  <dcterms:modified xsi:type="dcterms:W3CDTF">2025-03-25T07:01:20Z</dcterms:modified>
</cp:coreProperties>
</file>